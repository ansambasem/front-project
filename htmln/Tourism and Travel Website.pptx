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884" y="627986"/>
            <a:ext cx="7766936" cy="1646302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Tourism and Travel Website"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884" y="2849050"/>
            <a:ext cx="7766936" cy="1096899"/>
          </a:xfrm>
        </p:spPr>
        <p:txBody>
          <a:bodyPr/>
          <a:lstStyle/>
          <a:p>
            <a:r>
              <a:rPr lang="ar-SA" dirty="0"/>
              <a:t>موقع مخصص لتقديم معلومات شاملة عن وجهات سياحية مشهورة مثل باريس ودبي وتركيا.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20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فكرة الموقع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2465" y="2251969"/>
            <a:ext cx="732681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الموقع يحتوي على معلومات سياحية عن 3 مدن رئيسية: باريس، دبي، وتركيا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يتضمن الموقع معالم سياحية، مع روابط لمزيد من المعلومات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يوفر إمكانية التواصل مع المستخدمين عبر نموذج تواصل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يتضمن جدول مواعيد الرحلات الجوية للمدن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5131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المزايا الرئيسية للموقع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55641"/>
            <a:ext cx="8596668" cy="3880773"/>
          </a:xfrm>
        </p:spPr>
        <p:txBody>
          <a:bodyPr/>
          <a:lstStyle/>
          <a:p>
            <a:endParaRPr lang="ar-SA" dirty="0"/>
          </a:p>
          <a:p>
            <a:pPr lvl="1"/>
            <a:r>
              <a:rPr lang="ar-SA" b="1" dirty="0"/>
              <a:t>تصميم مريح:</a:t>
            </a:r>
            <a:r>
              <a:rPr lang="ar-SA" dirty="0"/>
              <a:t> الموقع يحتوي على تصميم بسيط وجذاب باستخدام </a:t>
            </a:r>
            <a:r>
              <a:rPr lang="en-US" dirty="0"/>
              <a:t>Bootstrap.</a:t>
            </a:r>
          </a:p>
          <a:p>
            <a:pPr lvl="1"/>
            <a:r>
              <a:rPr lang="ar-SA" b="1" dirty="0"/>
              <a:t>التفاعل مع المستخدم:</a:t>
            </a:r>
            <a:r>
              <a:rPr lang="ar-SA" dirty="0"/>
              <a:t> يتضمن الموقع نموذج تواصل مع تحقق من صحة المدخلات.</a:t>
            </a:r>
          </a:p>
          <a:p>
            <a:pPr lvl="1"/>
            <a:r>
              <a:rPr lang="ar-SA" b="1" dirty="0"/>
              <a:t>معارض صور:</a:t>
            </a:r>
            <a:r>
              <a:rPr lang="ar-SA" dirty="0"/>
              <a:t> يعرض معالم سياحية في شكل معارض صور (</a:t>
            </a:r>
            <a:r>
              <a:rPr lang="en-US" dirty="0"/>
              <a:t>Carousel).</a:t>
            </a:r>
          </a:p>
          <a:p>
            <a:pPr lvl="1"/>
            <a:r>
              <a:rPr lang="ar-SA" b="1" dirty="0"/>
              <a:t>معلومات تفصيلية:</a:t>
            </a:r>
            <a:r>
              <a:rPr lang="ar-SA" dirty="0"/>
              <a:t> يقدم الموقع معلومات شاملة مع روابط للمزيد.</a:t>
            </a:r>
          </a:p>
          <a:p>
            <a:pPr lvl="1"/>
            <a:r>
              <a:rPr lang="ar-SA" b="1" dirty="0"/>
              <a:t>الصورة:</a:t>
            </a:r>
            <a:r>
              <a:rPr lang="ar-SA" dirty="0"/>
              <a:t> إضافة صورة لواجهة الموقع أو بعض المعالم السياحية المميزة.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15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"المدينة الأولى: باريس"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277" y="1755641"/>
            <a:ext cx="8596668" cy="388077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ar-SA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ar-SA" sz="2400" dirty="0"/>
              <a:t>باريس هي مدينة الأضواء والمعالم السياحية الشهيرة مثل برج إيفل ومتحف اللوفر.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ar-SA" sz="2400" b="1" dirty="0"/>
              <a:t>صور:</a:t>
            </a:r>
            <a:r>
              <a:rPr lang="ar-SA" sz="2400" dirty="0"/>
              <a:t> يمكن إضافة صورة لبرج إيفل أو مشهد من باريس.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ar-SA" sz="2400" b="1" dirty="0"/>
              <a:t>رابط للمزيد:</a:t>
            </a:r>
            <a:r>
              <a:rPr lang="ar-SA" sz="2400" dirty="0"/>
              <a:t> رابط إلى ويكيبيديا عن باريس.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37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19" y="460966"/>
            <a:ext cx="8596668" cy="1320800"/>
          </a:xfrm>
        </p:spPr>
        <p:txBody>
          <a:bodyPr/>
          <a:lstStyle/>
          <a:p>
            <a:r>
              <a:rPr lang="ar-SA" dirty="0"/>
              <a:t>المدينة الثانية: دبي"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088" y="1708606"/>
            <a:ext cx="8596668" cy="3880773"/>
          </a:xfrm>
        </p:spPr>
        <p:txBody>
          <a:bodyPr/>
          <a:lstStyle/>
          <a:p>
            <a:pPr algn="ctr"/>
            <a:r>
              <a:rPr lang="ar-SA" b="1" dirty="0"/>
              <a:t>التفاصيل:</a:t>
            </a:r>
            <a:endParaRPr lang="ar-SA" dirty="0"/>
          </a:p>
          <a:p>
            <a:pPr lvl="1" algn="ctr"/>
            <a:r>
              <a:rPr lang="ar-SA" dirty="0"/>
              <a:t>دبي معروفة بالفخامة والمعالم المميزة مثل برج خليفة ودبي مول.</a:t>
            </a:r>
          </a:p>
          <a:p>
            <a:pPr lvl="1" algn="ctr"/>
            <a:r>
              <a:rPr lang="ar-SA" b="1" dirty="0"/>
              <a:t>صور:</a:t>
            </a:r>
            <a:r>
              <a:rPr lang="ar-SA" dirty="0"/>
              <a:t> إضافة صورة لبرج خليفة أو واجهتها البحرية.</a:t>
            </a:r>
          </a:p>
          <a:p>
            <a:pPr lvl="1" algn="ctr"/>
            <a:r>
              <a:rPr lang="ar-SA" b="1" dirty="0"/>
              <a:t>رابط للمزيد:</a:t>
            </a:r>
            <a:r>
              <a:rPr lang="ar-SA" dirty="0"/>
              <a:t> رابط إلى ويكيبيديا عن دبي.</a:t>
            </a:r>
          </a:p>
        </p:txBody>
      </p:sp>
    </p:spTree>
    <p:extLst>
      <p:ext uri="{BB962C8B-B14F-4D97-AF65-F5344CB8AC3E}">
        <p14:creationId xmlns:p14="http://schemas.microsoft.com/office/powerpoint/2010/main" val="381543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643" y="1066800"/>
            <a:ext cx="8596668" cy="1320800"/>
          </a:xfrm>
        </p:spPr>
        <p:txBody>
          <a:bodyPr/>
          <a:lstStyle/>
          <a:p>
            <a:r>
              <a:rPr lang="ar-SA" dirty="0"/>
              <a:t>"المدينة الثالثة: تركيا"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ar-SA" b="1" dirty="0"/>
              <a:t>التفاصيل:</a:t>
            </a:r>
            <a:r>
              <a:rPr lang="ar-SA" dirty="0"/>
              <a:t>تركيا تتمتع بتاريخ طويل ومعالم مثل المسجد الأزرق في إسطنبول.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/>
              <a:t>صور:</a:t>
            </a:r>
            <a:r>
              <a:rPr lang="ar-SA" dirty="0"/>
              <a:t> إضافة صورة لمسجد السلطان أحمد أو معالم سياحية أخرى.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/>
              <a:t>رابط للمزيد:</a:t>
            </a:r>
            <a:r>
              <a:rPr lang="ar-SA" dirty="0"/>
              <a:t> رابط لموقع سياحي في تركيا.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687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مواعيد الرحلات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ar-SA" b="1" dirty="0"/>
              <a:t>التفاصيل:</a:t>
            </a:r>
            <a:r>
              <a:rPr lang="ar-SA" dirty="0"/>
              <a:t>عرض جدول يتضمن مواعيد الرحلات إلى المدن السياحية: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ar-SA" b="1" dirty="0"/>
              <a:t>باريس:</a:t>
            </a:r>
            <a:r>
              <a:rPr lang="ar-SA" dirty="0"/>
              <a:t> 10:00 </a:t>
            </a:r>
            <a:r>
              <a:rPr lang="en-US" dirty="0"/>
              <a:t>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ar-SA" b="1" dirty="0"/>
              <a:t>دبي:</a:t>
            </a:r>
            <a:r>
              <a:rPr lang="ar-SA" dirty="0"/>
              <a:t> 5:00 </a:t>
            </a:r>
            <a:r>
              <a:rPr lang="en-US" dirty="0"/>
              <a:t>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ar-SA" b="1" dirty="0"/>
              <a:t>تركيا:</a:t>
            </a:r>
            <a:r>
              <a:rPr lang="ar-SA" dirty="0"/>
              <a:t> 6:30 </a:t>
            </a:r>
            <a:r>
              <a:rPr lang="en-US" dirty="0"/>
              <a:t>PM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/>
              <a:t>الصورة:</a:t>
            </a:r>
            <a:r>
              <a:rPr lang="ar-SA" dirty="0"/>
              <a:t> يمكن إضافة صورة لطائرة أو جدول مواعيد الرحلات.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729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نموذج تواصل معنا"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81766"/>
            <a:ext cx="8596668" cy="3880773"/>
          </a:xfrm>
        </p:spPr>
        <p:txBody>
          <a:bodyPr/>
          <a:lstStyle/>
          <a:p>
            <a:r>
              <a:rPr lang="ar-SA" dirty="0"/>
              <a:t>يوفر الموقع نموذج تواصل لجمع معلومات الزوار مثل الاسم، البريد الإلكتروني، والهاتف.يتضمن تحقق من صحة المدخلات عند تعبئة النموذج.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552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"تصميم متجاوب"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r-SA" dirty="0"/>
              <a:t>الموقع يظهر بشكل متناسب على الأجهزة المحمولة وأجهزة الكمبيوتر باستخدام تصميم متجاوب (</a:t>
            </a:r>
            <a:r>
              <a:rPr lang="en-US" dirty="0"/>
              <a:t>Responsive </a:t>
            </a:r>
            <a:r>
              <a:rPr lang="en-US" dirty="0" smtClean="0"/>
              <a:t>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5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"الخاتمة"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r-SA"/>
              <a:t>الخاتمة: "موقع سياحي شامل يتيح للمستخدمين استكشاف المدن السياحية المفضلة لديهم، مع سهولة الوصول إلى التفاصيل والمعلومات الضرورية."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971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348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Tahoma</vt:lpstr>
      <vt:lpstr>Trebuchet MS</vt:lpstr>
      <vt:lpstr>Wingdings 3</vt:lpstr>
      <vt:lpstr>Facet</vt:lpstr>
      <vt:lpstr>Tourism and Travel Website"</vt:lpstr>
      <vt:lpstr>فكرة الموقع</vt:lpstr>
      <vt:lpstr>المزايا الرئيسية للموقع</vt:lpstr>
      <vt:lpstr>"المدينة الأولى: باريس"</vt:lpstr>
      <vt:lpstr>المدينة الثانية: دبي"</vt:lpstr>
      <vt:lpstr>"المدينة الثالثة: تركيا"</vt:lpstr>
      <vt:lpstr>مواعيد الرحلات</vt:lpstr>
      <vt:lpstr>نموذج تواصل معنا"</vt:lpstr>
      <vt:lpstr>"تصميم متجاوب"</vt:lpstr>
      <vt:lpstr>"الخاتمة"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and Travel Website"</dc:title>
  <dc:creator>Microsoft account</dc:creator>
  <cp:lastModifiedBy>Microsoft account</cp:lastModifiedBy>
  <cp:revision>2</cp:revision>
  <dcterms:created xsi:type="dcterms:W3CDTF">2024-12-21T18:14:46Z</dcterms:created>
  <dcterms:modified xsi:type="dcterms:W3CDTF">2024-12-21T18:25:20Z</dcterms:modified>
</cp:coreProperties>
</file>